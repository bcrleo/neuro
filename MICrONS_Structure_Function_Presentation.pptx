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4C5C"/>
                </a:solidFill>
                <a:latin typeface="Calibri"/>
              </a:rPr>
              <a:t>MICRONS  · 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F2A37"/>
                </a:solidFill>
                <a:latin typeface="Calibri"/>
              </a:rPr>
              <a:t>Structure and Function in a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1F2A37"/>
                </a:solidFill>
                <a:latin typeface="Calibri"/>
              </a:rPr>
              <a:t>MICrONS Visual-Cortex Network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4069080"/>
            <a:ext cx="2743200" cy="0"/>
          </a:xfrm>
          <a:prstGeom prst="line">
            <a:avLst/>
          </a:prstGeom>
          <a:ln w="15875">
            <a:solidFill>
              <a:srgbClr val="0F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42062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74151"/>
                </a:solidFill>
                <a:latin typeface="Calibri"/>
              </a:rPr>
              <a:t>Does synaptic wiring predict neural activity?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Pair-level evidence, control tests, and a topology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The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A37"/>
                </a:solidFill>
                <a:latin typeface="Calibri"/>
              </a:rPr>
              <a:t>How strongly does synaptic wiring predict neural activity?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1155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—  Structural graphs describe possible communication pathways.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—  Functional graphs describe co-variation in measured responses.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—  Connectomics asks whether the first predicts the second — and in what sense.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—  We test this at two levels: individual neuron pairs, and whole-network topology.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Background: Like-to-Like Wiring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Ko et al. (2011) — neurons with similar stimulus responses are more likely to be connected in mouse V1.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Cossell et al. (2015) — connection strength scales with response correlation in V1 L2/3.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Ding et al. (2025) — general wiring rule across mouse visual cortex from the MICrONS data.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MICrONS (2025) — first co-registered EM connectivity + calcium imaging at multi-area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These results frame the assignment: enrichment, not deterministic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The MICrONS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Mouse visual cortex, multi-area (V1, RL, AL) and multi-layer (L2/3 — L6).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Electron-microscopy reconstruction of synaptic connectivity.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Two-photon calcium imaging of single-neuron responses to visual stimuli.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Co-registered: every analysed neuron has both an anatomy and an activity record.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374151"/>
                </a:solidFill>
                <a:latin typeface="Calibri"/>
              </a:rPr>
              <a:t>—  Subset of proofread and functionally matched excitatory neurons used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Two cohorts: 906 cross-scan neurons (primary) and 93 same-scan V1/L4 neurons (validation).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Two Networks, Different Mathematical Objects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Structural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Sparse — most pairs have no synapse.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Directed — C[i,j] is i → j.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Weighted by synapse size / count.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Derived from EM reconstructions.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Functional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Dense — every pair has a correlation.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Symmetric — F_corr(i,j) = F_corr(j,i).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Signed — correlations can be negative.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Derived from oracle response vectors.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1828800"/>
            <a:ext cx="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1691640"/>
            <a:ext cx="0" cy="416052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Comparison is not trivial: the two objects do not have the same shape, density, or sign convention.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Research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4C5C"/>
                </a:solidFill>
                <a:latin typeface="Calibri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2A37"/>
                </a:solidFill>
                <a:latin typeface="Calibri"/>
              </a:rPr>
              <a:t>Are directly connected neuron pairs more functionally correlated than unconnected pairs?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4C5C"/>
                </a:solidFill>
                <a:latin typeface="Calibri"/>
              </a:rPr>
              <a:t>Secondary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Is the effect graded by synapse strength?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Does bidirectional connectivity add a reciprocity premium?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Is it robust to distance, area, layer, cell type, and orientation tuning?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Does it replicate in a same-scan validation cohort?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Is structural-functional alignment visible at the level of network topology?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Methodology —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Cohort: 906 functionally matched excitatory neurons (primary). 93 V1/L4 neurons, scan 9.3 (validation).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Functional similarity: pairwise signal correlation F_corr over shared oracle-response vectors.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Structural connectivity: directed edge table; C[i,j] = synapse i → j.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Pair table: 409,965 unordered pairs labelled unconnected / unidirectional / bidirectional.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Attributes per pair: summed synapse size, soma-soma distance, area, layer, cell type, orientation similarity.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Inference: bootstrap CIs, Mann-Whitney tests, neuron-identity permutation nulls, distance matching, logistic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Analysis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Pair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Connected vs. unconnected: means, bootstrap CIs, MW tests, neuron-identity permutations.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1343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Edge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13432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Spearman correlation between summed synapse size and F_corr within connected 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2666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26664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Reciprocity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26664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Compare bidirectional, unidirectional, and unconnected groups.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3989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3989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39896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Distance matching, within-bin contrasts, logistic regression with distance² terms, composition stratification, orientation subset.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5312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5312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453128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Node-level structural degree/strength vs. mean functional coupling; matched-density thresholded graphs.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16636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Calibri"/>
              </a:rPr>
              <a:t>93-neuron same-scan cohort with trace, signal, and noise correlation; V1/RL/AL area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STRUCTURE OF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Hypothesis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Connected vs. unconnected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645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Direct pair-level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Synapse strength gradient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148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Edge-weight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Reciprocity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517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Bidirectional premium?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Distance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1546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Geometry confound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Composition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57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Area, layer, cell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60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Orientation similarity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160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Tuning confound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H7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Hub-coupling &amp; topology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663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Node-level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6635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4C5C"/>
                </a:solidFill>
                <a:latin typeface="Calibri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663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Calibri"/>
              </a:rPr>
              <a:t>93-neuron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16635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Same-scan replication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H1 sets the baseline. H2–H3 refine it. H4–H6 stress-test it. H7 moves to topology.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HYPOTHESIS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H1 — Connected Pairs Should Be More Correlated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Pair classes: unconnected, unidirectional, bidirectional.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Metric: pairwise signal correlation F_corr.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Test: mean-difference with bootstrap 95% CI and one-sided Mann–Whitney.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Null: neuron-identity permutation that shuffles labels but keeps the structural graph fixed.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Why this null: pair rows are not independent — each neuron appears in many pairs.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HYPOTHESIS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H1 —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erson1_h1_h3_pai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08" y="1508760"/>
            <a:ext cx="6738424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ΔF̄_corr = 0.0334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95 % CI [0.0307, 0.0360]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≈ 20.6 σ above the permutation null mean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Effect is modest but consistent across the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HYPOTHESIS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H1 — 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A37"/>
                </a:solidFill>
                <a:latin typeface="Calibri"/>
              </a:rPr>
              <a:t>Connected pairs are more correlated. The effect is real but 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11155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Far outside the neuron-identity permutation null, so not a pair-dependence artefact.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Population-level enrichment, not pair-deterministic prediction.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Most connected pairs are still only modestly correlated.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Sets the baseline that all downstream tests revisit.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HYPOTHESIS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H2 — Synapse Strength Gradient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Is the effect graded by anatomical edge weight, or only binary?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Among connected pairs, Spearman ρ between summed synapse size and F_corr = 0.0686.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95 % CI [0.0501, 0.0864] — positive and detectable.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But small: edge weight explains a tiny fraction of pairwise correlation.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74151"/>
                </a:solidFill>
                <a:latin typeface="Calibri"/>
              </a:rPr>
              <a:t>Weight refines the binary H1 result rather than replacing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HYPOTHESIS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H3 — Reciprocity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Do bidirectional pairs gain something beyond a single one-way connection?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Mean ordering goes as expected: bidirectional &gt; unidirectional &gt; unconnected.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Bidirectional − unidirectional ≈ 0.0126, permutation p ≈ 0.090.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The reciprocity premium is not detected at conventional significance.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Restricting to V1 — V1 pairs gives the same null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74151"/>
                </a:solidFill>
                <a:latin typeface="Calibri"/>
              </a:rPr>
              <a:t>Connectedness matters; directionality of that connection does not, in this cohort.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H4 — Distance as a Confound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Cortical connection probability decays steeply with soma-soma distance.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Signal correlation also decays with distance — nearby neurons see similar visual inputs.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Could H1 be a side-effect of shared geometry rather than a structure-function relation?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Test: distance matching, within-bin contrasts, logistic models with distance and distance².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H4 — Distance Matching Shrinks but Does Not Erase H1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4d_shrin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94560"/>
            <a:ext cx="493776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After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Raw ΔF̄_corr ≈ 0.033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After distance matching: 0.0186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Still positive within distance bins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Positive in logistic model with distance²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H5 — Composition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5b_joint_log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03120"/>
            <a:ext cx="530352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600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Joint logistic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6596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Predictors: F_corr, distance, same-area, same-layer, same-cell-type.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Standardised β_F_corr = 0.130, 95 % CI [0.112, 0.148].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F_corr remains a positive predictor of connection probability.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H1 is not just "pairs sharing a compartment".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H6 — Orientation Similarity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6b_joint_log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03120"/>
            <a:ext cx="493776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600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Like-to-like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6596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Well-tuned subset only.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Connected pairs are slightly more orientation-similar.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F_corr remains the stronger predictor when modelled jointly with ori_sim and distance.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Signal correlation is broader than a single tuning 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NETWORK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From Pairs to Topology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A37"/>
                </a:solidFill>
                <a:latin typeface="Calibri"/>
              </a:rPr>
              <a:t>The assignment also asks whether the two networks share broader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55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Node-level: degree, strength, hubness, mean functional coupling.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Graph-level: clustering, thresholded density, degree distribution.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Conceptual mismatch: sparse directed synapses vs. dense symmetric correlations.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Two strategies — (a) compare continuous node-level signals, (b) threshold the functional graph to match structural density.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H7 — Hub Coupling (node-level)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7_hub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41" y="1508760"/>
            <a:ext cx="6603358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Partial Spearman ρ ≈ 0.110 between total structural strength and mean signed F_corr, after distance and area controls.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≈ 1 % rank variance.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Weakens under stricter controls.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Absent for absolute (sign-agnostic) F_corr.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Thresholded Topology Sensitivity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7_topology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33069"/>
            <a:ext cx="7315200" cy="2506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Matched-density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At matched density, structural-vs-functional degree ρ = 0.008 (p = 0.805).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Functional clustering exceeds structural clustering.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Topology metrics depend on density, sign convention, and threshold choice.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No detectable degree-level alignment.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93-Neuron Same-Scan Validation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Same animal, same recording session — V1 layer 4, scan 9.3.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Smaller cohort but tighter measurement regime: trial-level repeated stimuli available.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Three correlation measures: trace, signal, residual noise.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  <a:latin typeface="Calibri"/>
              </a:rPr>
              <a:t>—  Each measure isolates a different aspect of co-firing — signal subtracts stimulus mean; noise is the residual.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Validation — H1 Replicates Across Measures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erson4_scan93_area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4083"/>
            <a:ext cx="7315200" cy="4604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4C5C"/>
                </a:solidFill>
                <a:latin typeface="Calibri"/>
              </a:rPr>
              <a:t>93-neuron cohort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Trace Δ = 0.0258, CI [0.018, 0.034]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Signal Δ = 0.0529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Noise Δ = 0.0466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374151"/>
                </a:solidFill>
                <a:latin typeface="Calibri"/>
              </a:rPr>
              <a:t>—  Same direction as 906-neuron H1 — independent measurement regime.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Signal vs. Noise Decomposition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4C5C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Trace correlation mixes stimulus tuning with shared trial-to-trial noise.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Signal correlation = correlation of per-stimulus means → tuning component.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Noise correlation = correlation of residuals after subtracting stimulus mean → shared variability.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The connected-pair effect appears in all three.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Noise correlation is the strongest discriminator here: connected pairs share variability even after tuning is removed.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V1 / RL / AL — Scope Across Areas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Cohort split: V1 = 728 neurons,  RL = 122,  AL = 56 — strongly imbalanced.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V1: clear positive H1 effect.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RL: positive but weaker, underpowered.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AL: unresolved — confidence interval crosses zero.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Cross-area pairs: positive overall.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Read as exploratory: the non-V1 areas have too few neurons to draw strong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Summary of Quantitative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37"/>
                </a:solidFill>
                <a:latin typeface="Calibri"/>
              </a:rP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37"/>
                </a:solidFill>
                <a:latin typeface="Calibri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37"/>
                </a:solidFill>
                <a:latin typeface="Calibri"/>
              </a:rPr>
              <a:t>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37"/>
                </a:solidFill>
                <a:latin typeface="Calibri"/>
              </a:rPr>
              <a:t>Verdict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075688"/>
            <a:ext cx="11338560" cy="0"/>
          </a:xfrm>
          <a:prstGeom prst="line">
            <a:avLst/>
          </a:prstGeom>
          <a:ln w="12700">
            <a:solidFill>
              <a:srgbClr val="0F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103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031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Connected vs. unconnected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ΔF̄ = 0.0334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Supported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25328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560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603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Synapse strength gradient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ρ = 0.0686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Supported, weak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29900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3017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175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Bidirectional vs. unidirectional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017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Δ = 0.0126, p = 0.09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Not detected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34472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474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4747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Distance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474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Δ = 0.0186 after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474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Shrinks but holds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3904487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3931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9319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Composition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931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std. β = 0.130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31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Holds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3616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4389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3891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Orientation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89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std. β = 0.122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389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Not orientation alone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48188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4846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8463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Hub / topology alignment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846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ρ ≈ 0.11; matched-deg ρ ≈ 0.008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846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Narrow signal only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52760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5303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V93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3035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Same-scan V1/L4 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303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trace Δ = 0.0258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303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Calibri"/>
              </a:rPr>
              <a:t>Replicates H1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5733288"/>
            <a:ext cx="11338560" cy="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Discussion — A Two-Level Finding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Pair level —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Direct synaptic connection → higher expected F_corr.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Survives distance, area, layer, cell-type, and orientation controls.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Reads as enrichment, not deterministic prediction.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Consistent with prior like-to-like wiring literature.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72200" y="1691640"/>
            <a:ext cx="0" cy="4343400"/>
          </a:xfrm>
          <a:prstGeom prst="line">
            <a:avLst/>
          </a:prstGeom>
          <a:ln w="635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0" y="16459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4C5C"/>
                </a:solidFill>
                <a:latin typeface="Calibri"/>
              </a:rPr>
              <a:t>Topology level — inconclusive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No robust hub-coupling effect under stricter controls.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Matched-density degree correlations near zero.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Functional clustering ≠ structural clustering.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A genuine mismatch in network mathematical form, not only sampling.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Limitations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Pair non-independence: every neuron appears in many pairs; permutation tests help but don't eliminate hierarchical dependence.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Structural graph is a proofread, functionally matched subset — not a complete connectome.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Functional graph depends on the chosen response metric (signal vs. trace vs. noise).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Topology comparison is sensitive to thresholding choices.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Area imbalance: claims outside V1 are exploratory.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Coarse composition labels — finer cell-type or transcriptional controls were not available.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374151"/>
                </a:solidFill>
                <a:latin typeface="Calibri"/>
              </a:rPr>
              <a:t>—  Single dataset — no across-animal replication in this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Future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Hierarchical / mixed-effects models that absorb the per-neuron dependence directly.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Axon-dendrite opportunity controls — distinguish "could not connect" from "chose not to".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Richer tuning decompositions beyond orientation: spatial / temporal frequency, motion direction.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Repeated animals or scans to test generalisation outside MICrONS.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Spectral / community-level comparisons rather than threshold-dependent topology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A37"/>
                </a:solidFill>
                <a:latin typeface="Calibri"/>
              </a:rPr>
              <a:t>Anatomical connectivity carries a clear pair-level</a:t>
            </a: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A37"/>
                </a:solidFill>
                <a:latin typeface="Calibri"/>
              </a:rPr>
              <a:t>functional signal. Broader topology matching is not detected.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337560"/>
            <a:ext cx="2743200" cy="0"/>
          </a:xfrm>
          <a:prstGeom prst="line">
            <a:avLst/>
          </a:prstGeom>
          <a:ln w="15875">
            <a:solidFill>
              <a:srgbClr val="0F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611880"/>
            <a:ext cx="11155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Connected neurons are, on average, more correlated.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The effect is statistically robust, quantitatively modest, and survives the controls available here.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The structural and functional networks do not show topology-level equivalence.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374151"/>
                </a:solidFill>
                <a:latin typeface="Calibri"/>
              </a:rPr>
              <a:t>—  Best read as enrichment, not one-to-one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4C5C"/>
                </a:solidFill>
                <a:latin typeface="Calibri"/>
              </a:rP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A37"/>
                </a:solidFill>
                <a:latin typeface="Calibri"/>
              </a:rPr>
              <a:t>References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55680" cy="0"/>
          </a:xfrm>
          <a:prstGeom prst="line">
            <a:avLst/>
          </a:prstGeom>
          <a:ln w="9525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Ko, H. et al. (2011). Functional specificity of local synaptic connections in neocortical networks. Nature 473, 87–91.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Cossell, L. et al. (2015). Functional organization of excitatory synaptic strength in primary visual cortex. Nature 518, 399–403.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The MICrONS Consortium (2025). Functional connectomics spanning multiple areas of mouse visual cortex. Nature 640, 435–447.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74151"/>
                </a:solidFill>
                <a:latin typeface="Calibri"/>
              </a:rPr>
              <a:t>Ding, Z. et al. (2025). Functional connectomics reveals general wiring rule in mouse visual cortex. Nature 640, 459–469.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MICrONS  ·  Structure &amp; Function in a Visual-Cortex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